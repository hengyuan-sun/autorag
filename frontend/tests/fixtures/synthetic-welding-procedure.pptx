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焊接规范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焊接温度保持80摄氏度。作业前必须完成安全检查并佩戴防护装备。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